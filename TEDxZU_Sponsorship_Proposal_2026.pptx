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141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X-Design-Logo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202474" y="397764"/>
            <a:ext cx="4114800" cy="37764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B0028"/>
          </a:solidFill>
          <a:ln/>
        </p:spPr>
      </p:sp>
      <p:pic>
        <p:nvPicPr>
          <p:cNvPr id="4" name="Image 1" descr="/mnt/user-data/uploads/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20040"/>
            <a:ext cx="3657600" cy="57607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34394" y="1312164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EB00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BEYOND</a:t>
            </a:r>
            <a:endParaRPr lang="en-US" sz="6000" dirty="0"/>
          </a:p>
        </p:txBody>
      </p:sp>
      <p:sp>
        <p:nvSpPr>
          <p:cNvPr id="6" name="Text 2"/>
          <p:cNvSpPr/>
          <p:nvPr/>
        </p:nvSpPr>
        <p:spPr>
          <a:xfrm>
            <a:off x="4134394" y="2226564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Limits.</a:t>
            </a:r>
            <a:endParaRPr lang="en-US" sz="4800" dirty="0"/>
          </a:p>
        </p:txBody>
      </p:sp>
      <p:sp>
        <p:nvSpPr>
          <p:cNvPr id="7" name="Text 3"/>
          <p:cNvSpPr/>
          <p:nvPr/>
        </p:nvSpPr>
        <p:spPr>
          <a:xfrm>
            <a:off x="4134394" y="32324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Event Sponsorship Proposal 2026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4134394" y="3735324"/>
            <a:ext cx="2286000" cy="27432"/>
          </a:xfrm>
          <a:prstGeom prst="rect">
            <a:avLst/>
          </a:prstGeom>
          <a:solidFill>
            <a:srgbClr val="EB0028"/>
          </a:solidFill>
          <a:ln/>
        </p:spPr>
      </p:sp>
      <p:sp>
        <p:nvSpPr>
          <p:cNvPr id="9" name="Text 5"/>
          <p:cNvSpPr/>
          <p:nvPr/>
        </p:nvSpPr>
        <p:spPr>
          <a:xfrm>
            <a:off x="4134394" y="387248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Zarqa University  |  April 7th, 2026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134394" y="42839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independently organized TED event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B002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B00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B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B00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BEYOND </a:t>
            </a: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 Philosophy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الحدود ليست جدرانًا، بل هي قيود نفسية واجتماعية. نسعى لتجاوز الذات، تجاوز التقليد، وتجاوز الظروف لخلق حلول مبتكرة في التكنولوجيا والمجتمع.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2651760" cy="2011680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346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Tagline Philosophy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فلسفة الشعار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3520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نحن لا نتحدث عن المستحيل، بل نتحدث عن المرحلة التي تلي المستحيل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83280" y="2651760"/>
            <a:ext cx="2651760" cy="2011680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28346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2336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Goals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56616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أهدافنا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66160" y="3520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تمكين الشباب، نشر المعرفة في مجالات مثل الأمن السيبراني، تعزيز التواصل الفكري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17920" y="2651760"/>
            <a:ext cx="2651760" cy="2011680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83464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5800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Impact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0080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التأثير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0" y="3520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إبراز مدينة الزرقاء كمركز للإبداع والابتكار في الأردن</a:t>
            </a:r>
            <a:endParaRPr lang="en-US" sz="10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F52DE53-66DD-28A9-DF8A-A7337DB997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2582" y="52904"/>
            <a:ext cx="2718265" cy="4271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X-Design-Logo.png"/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5486400" y="457200"/>
            <a:ext cx="4114800" cy="37764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B0028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B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ZARQA UNIVERSITY?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640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on </a:t>
            </a:r>
            <a:r>
              <a:rPr lang="en-US" sz="3400" b="1" dirty="0">
                <a:solidFill>
                  <a:srgbClr val="EB00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Youth &amp; Innovation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48639" y="1371600"/>
            <a:ext cx="82818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أول مؤتمر TEDx في جامعة الزرقاء — ربط المدينة بمنصة TED العالمية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B00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54864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متحدثين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91840" y="2103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B00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150+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329184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Attendees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29184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حضور متوقع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035040" y="2103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B00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1st</a:t>
            </a:r>
            <a:endParaRPr lang="en-US" sz="4800" dirty="0"/>
          </a:p>
        </p:txBody>
      </p:sp>
      <p:sp>
        <p:nvSpPr>
          <p:cNvPr id="14" name="Text 11"/>
          <p:cNvSpPr/>
          <p:nvPr/>
        </p:nvSpPr>
        <p:spPr>
          <a:xfrm>
            <a:off x="603504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TEDx at ZU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03504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أول TEDx في الزرقاء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3703320"/>
            <a:ext cx="27432" cy="320040"/>
          </a:xfrm>
          <a:prstGeom prst="rect">
            <a:avLst/>
          </a:prstGeom>
          <a:solidFill>
            <a:srgbClr val="EB0028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3703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تمكين الشباب ونشر المعرفة في الأمن السيبراني والذكاء الاصطناعي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4142232"/>
            <a:ext cx="27432" cy="320040"/>
          </a:xfrm>
          <a:prstGeom prst="rect">
            <a:avLst/>
          </a:prstGeom>
          <a:solidFill>
            <a:srgbClr val="EB0028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41422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تعزيز التواصل الفكري وبناء جسور بين الأكاديميا والمجتمع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4581144"/>
            <a:ext cx="27432" cy="320040"/>
          </a:xfrm>
          <a:prstGeom prst="rect">
            <a:avLst/>
          </a:prstGeom>
          <a:solidFill>
            <a:srgbClr val="EB0028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458114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إبراز الزرقاء كمركز للإبداع والابتكار في الأردن</a:t>
            </a:r>
            <a:endParaRPr lang="en-US" sz="1050" dirty="0"/>
          </a:p>
        </p:txBody>
      </p:sp>
      <p:pic>
        <p:nvPicPr>
          <p:cNvPr id="22" name="Image 1" descr="/mnt/user-data/uploads/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663440"/>
            <a:ext cx="18288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B00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B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 LINEUP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B00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 </a:t>
            </a: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Visionary Voices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6583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658368"/>
          </a:xfrm>
          <a:prstGeom prst="rect">
            <a:avLst/>
          </a:prstGeom>
          <a:solidFill>
            <a:srgbClr val="EB002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1673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2344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د. هايل الخفاجة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34440" y="1527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عميد كلية تكنولوجيا المعلومات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029200" y="12344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B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Lecture Hall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0" y="1527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 وراء المدرج الجامعي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938528"/>
            <a:ext cx="8229600" cy="6583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200" y="1938528"/>
            <a:ext cx="54864" cy="658368"/>
          </a:xfrm>
          <a:prstGeom prst="rect">
            <a:avLst/>
          </a:prstGeom>
          <a:solidFill>
            <a:srgbClr val="EB0028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066544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34440" y="19842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د. محمد الجعيدي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234440" y="22768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رئيس قسم الأمن السيبراني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5029200" y="19842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B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Screen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029200" y="22768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خلف الشاشة: حدود الوعي الرقمي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57200" y="2688336"/>
            <a:ext cx="8229600" cy="6583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Shape 16"/>
          <p:cNvSpPr/>
          <p:nvPr/>
        </p:nvSpPr>
        <p:spPr>
          <a:xfrm>
            <a:off x="457200" y="2688336"/>
            <a:ext cx="54864" cy="658368"/>
          </a:xfrm>
          <a:prstGeom prst="rect">
            <a:avLst/>
          </a:prstGeom>
          <a:solidFill>
            <a:srgbClr val="EB0028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816352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34440" y="27340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روضة الرماحي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234440" y="3026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أخصائية وباحثة نفسية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5029200" y="273405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B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Inner Walls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5029200" y="30266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الجدران غير المرئية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57200" y="3438144"/>
            <a:ext cx="8229600" cy="6583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Shape 22"/>
          <p:cNvSpPr/>
          <p:nvPr/>
        </p:nvSpPr>
        <p:spPr>
          <a:xfrm>
            <a:off x="457200" y="3438144"/>
            <a:ext cx="54864" cy="658368"/>
          </a:xfrm>
          <a:prstGeom prst="rect">
            <a:avLst/>
          </a:prstGeom>
          <a:solidFill>
            <a:srgbClr val="EB0028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566160"/>
            <a:ext cx="384048" cy="38404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234440" y="34838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عيسى عساف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1234440" y="3776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متحدث تحفيزي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5029200" y="34838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B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Negativity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5029200" y="37764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كيمياء التغيير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457200" y="4187952"/>
            <a:ext cx="8229600" cy="6583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4" name="Shape 28"/>
          <p:cNvSpPr/>
          <p:nvPr/>
        </p:nvSpPr>
        <p:spPr>
          <a:xfrm>
            <a:off x="457200" y="4187952"/>
            <a:ext cx="54864" cy="658368"/>
          </a:xfrm>
          <a:prstGeom prst="rect">
            <a:avLst/>
          </a:prstGeom>
          <a:solidFill>
            <a:srgbClr val="EB0028"/>
          </a:solidFill>
          <a:ln/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315968"/>
            <a:ext cx="384048" cy="38404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234440" y="42336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علي علوان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1234440" y="4526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متحدث في تطوير الذات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5029200" y="42336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B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Hardship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5029200" y="45262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الانبثاق: القوة من رحم المعاناة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8133588" y="484247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</a:t>
            </a:r>
            <a:endParaRPr lang="en-US" sz="1000" dirty="0"/>
          </a:p>
        </p:txBody>
      </p:sp>
      <p:pic>
        <p:nvPicPr>
          <p:cNvPr id="41" name="Image 5" descr="/mnt/user-data/uploads/logo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884130"/>
            <a:ext cx="1495697" cy="2326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B00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B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 LINEUP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Completing the </a:t>
            </a:r>
            <a:r>
              <a:rPr lang="en-US" sz="3000" b="1" dirty="0">
                <a:solidFill>
                  <a:srgbClr val="EB00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Lineup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6583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658368"/>
          </a:xfrm>
          <a:prstGeom prst="rect">
            <a:avLst/>
          </a:prstGeom>
          <a:solidFill>
            <a:srgbClr val="EB002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1673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2344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د. عمرو المداذحة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34440" y="1527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خبير في التواصل والخطابة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029200" y="12344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B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Silence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0" y="1527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 وراء الصمت: صوتك هو بصمتك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938528"/>
            <a:ext cx="8229600" cy="6583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200" y="1938528"/>
            <a:ext cx="54864" cy="658368"/>
          </a:xfrm>
          <a:prstGeom prst="rect">
            <a:avLst/>
          </a:prstGeom>
          <a:solidFill>
            <a:srgbClr val="EB0028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066544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34440" y="19842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دانيا الغرايبة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234440" y="22768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متخصصة HR وصانعة محتوى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5029200" y="19842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B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Resume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029200" y="22768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 وراء السيرة الذاتية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"نحن لا نتحدث عن المستحيل، بل نتحدث عن المرحلة التي تلي المستحيل."</a:t>
            </a:r>
            <a:endParaRPr lang="en-US" sz="1200" dirty="0"/>
          </a:p>
        </p:txBody>
      </p:sp>
      <p:pic>
        <p:nvPicPr>
          <p:cNvPr id="35" name="Image 4" descr="/mnt/user-data/uploads/logo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709160"/>
            <a:ext cx="1645920" cy="256032"/>
          </a:xfrm>
          <a:prstGeom prst="rect">
            <a:avLst/>
          </a:prstGeom>
        </p:spPr>
      </p:pic>
      <p:sp>
        <p:nvSpPr>
          <p:cNvPr id="36" name="Text 33">
            <a:extLst>
              <a:ext uri="{FF2B5EF4-FFF2-40B4-BE49-F238E27FC236}">
                <a16:creationId xmlns:a16="http://schemas.microsoft.com/office/drawing/2014/main" id="{0D9BBAD6-3FA6-5492-958B-D77296C890A3}"/>
              </a:ext>
            </a:extLst>
          </p:cNvPr>
          <p:cNvSpPr/>
          <p:nvPr/>
        </p:nvSpPr>
        <p:spPr>
          <a:xfrm>
            <a:off x="8133588" y="484247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B00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B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EXPERIENCE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B00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Beyond </a:t>
            </a: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Conference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39" y="1234440"/>
            <a:ext cx="84059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ليست مجرد خطابات، بل تجربة غامرة تشمل التواصل، الفن، والتكنولوجيا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3337560"/>
            <a:ext cx="3931920" cy="1325880"/>
          </a:xfrm>
          <a:prstGeom prst="rect">
            <a:avLst/>
          </a:prstGeom>
          <a:solidFill>
            <a:srgbClr val="EB0028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4747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34472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Inspiring Talks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840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محاضرات ملهمة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4114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محاضرات قصيرة ومركّزة تغطي التكنولوجيا، علم النفس، تطوير الذات، والقيادة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684417" y="1874520"/>
            <a:ext cx="3931920" cy="1325880"/>
          </a:xfrm>
          <a:prstGeom prst="rect">
            <a:avLst/>
          </a:prstGeom>
          <a:solidFill>
            <a:srgbClr val="000000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7297" y="20116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70217" y="19842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 Zone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867297" y="2377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منطقة التواصل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867297" y="2651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مساحة مخصصة للتواصل المهني بين الحضور والمتحدثين والرعاة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754880" y="3337560"/>
            <a:ext cx="3931920" cy="1325880"/>
          </a:xfrm>
          <a:prstGeom prst="rect">
            <a:avLst/>
          </a:prstGeom>
          <a:solidFill>
            <a:srgbClr val="EB0028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47472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40680" y="34472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Showcases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937760" y="3840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عروض فنية إبداعية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937760" y="4114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معارض فنية ومشاريع طلابية تجسد روح تجاوز الحدود والابتكار</a:t>
            </a:r>
            <a:endParaRPr lang="en-US" sz="9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A44E3D2-9DAD-9C7F-8527-0A1D33725E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2582" y="52904"/>
            <a:ext cx="2718265" cy="4271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X-Design-Logo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029200" y="457200"/>
            <a:ext cx="4572000" cy="41970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B0028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33103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B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</a:t>
            </a:r>
            <a:r>
              <a:rPr lang="en-US" sz="3600" b="1" dirty="0">
                <a:solidFill>
                  <a:srgbClr val="EB00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BEYOND</a:t>
            </a: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Journey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1325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كن شريكاً في صناعة التغيير — انضم إلى رحلة ما وراء الحدود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54864" cy="548640"/>
          </a:xfrm>
          <a:prstGeom prst="rect">
            <a:avLst/>
          </a:prstGeom>
          <a:solidFill>
            <a:srgbClr val="EB0028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Exposure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2194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شعارك على جميع المواد الترويجية والمسرح الرئيسي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2578608"/>
            <a:ext cx="54864" cy="548640"/>
          </a:xfrm>
          <a:prstGeom prst="rect">
            <a:avLst/>
          </a:prstGeom>
          <a:solidFill>
            <a:srgbClr val="EB0028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578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 Access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7240" y="28529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مقاعد مميزة ولقاءات حصرية مع المتحدثين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3236976"/>
            <a:ext cx="54864" cy="548640"/>
          </a:xfrm>
          <a:prstGeom prst="rect">
            <a:avLst/>
          </a:prstGeom>
          <a:solidFill>
            <a:srgbClr val="EB0028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32369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Youth Engagement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7240" y="35112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الوصول المباشر </a:t>
            </a:r>
            <a:r>
              <a:rPr lang="en-US" sz="10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لأكثر</a:t>
            </a: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</a:t>
            </a:r>
            <a:r>
              <a:rPr lang="ar-JO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150 ش</a:t>
            </a:r>
            <a:r>
              <a:rPr lang="en-US" sz="10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اب</a:t>
            </a: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طموح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3895344"/>
            <a:ext cx="54864" cy="548640"/>
          </a:xfrm>
          <a:prstGeom prst="rect">
            <a:avLst/>
          </a:prstGeom>
          <a:solidFill>
            <a:srgbClr val="EB0028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38953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Leadership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77240" y="41696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ارتبط بمنصة TED العالمية كداعم للابتكار والفكر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4434840"/>
            <a:ext cx="8046720" cy="594360"/>
          </a:xfrm>
          <a:prstGeom prst="rect">
            <a:avLst/>
          </a:prstGeom>
          <a:solidFill>
            <a:srgbClr val="EB0028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446227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in Touch  |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tedxzu@zarqa.edu.jo  |  @tedxzu  |  tedxzu.com</a:t>
            </a:r>
            <a:endParaRPr lang="en-US" sz="1300" dirty="0"/>
          </a:p>
        </p:txBody>
      </p:sp>
      <p:pic>
        <p:nvPicPr>
          <p:cNvPr id="21" name="Image 1" descr="/mnt/user-data/uploads/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37160"/>
            <a:ext cx="1828800" cy="2834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426</Words>
  <Application>Microsoft Office PowerPoint</Application>
  <PresentationFormat>On-screen Show (16:9)</PresentationFormat>
  <Paragraphs>98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TEDxZU: BEYOND Limits - Event Sponsorship Proposal 2026</dc:title>
  <dc:subject>PptxGenJS Presentation</dc:subject>
  <dc:creator>TEDxZarqaUniversity</dc:creator>
  <cp:lastModifiedBy>Ayoub Droubi</cp:lastModifiedBy>
  <cp:revision>3</cp:revision>
  <dcterms:created xsi:type="dcterms:W3CDTF">2026-03-14T09:30:29Z</dcterms:created>
  <dcterms:modified xsi:type="dcterms:W3CDTF">2026-03-14T09:37:58Z</dcterms:modified>
</cp:coreProperties>
</file>